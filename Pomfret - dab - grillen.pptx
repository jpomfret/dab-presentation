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8AC2F16-8798-47F5-18F4-E5CE8718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FD642B1-38E3-814A-7F40-6AFF6F3B8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4165065-845C-D332-A862-3DFBC758F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50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3be8fb2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3be8fb2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3be8fb2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73be8fb2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3be8fb2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3be8fb2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73be8fb28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73be8fb28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3be8fb2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3be8fb2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3be8fb2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3be8fb2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3be8fb2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73be8fb2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3be8fb28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73be8fb28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73be8fb2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73be8fb2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73be8fb2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73be8fb2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BE38C62-41B7-E9B5-6F7E-F07A6779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9768075-4408-C9DE-7541-FF79A785C6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GB" b="1" dirty="0"/>
              <a:t>Data API Builder</a:t>
            </a:r>
            <a:endParaRPr lang="en-GB" dirty="0"/>
          </a:p>
        </p:txBody>
      </p:sp>
      <p:pic>
        <p:nvPicPr>
          <p:cNvPr id="55" name="Google Shape;55;p13" title="Wave.png">
            <a:extLst>
              <a:ext uri="{FF2B5EF4-FFF2-40B4-BE49-F238E27FC236}">
                <a16:creationId xmlns:a16="http://schemas.microsoft.com/office/drawing/2014/main" id="{7851F0E5-F47D-8BDA-4596-7D01B4A099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76" r="1905" b="6209"/>
          <a:stretch/>
        </p:blipFill>
        <p:spPr>
          <a:xfrm>
            <a:off x="-7675" y="2571750"/>
            <a:ext cx="9151677" cy="2577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249B031B-D21C-F914-51F5-761F281ED9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1908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GB" b="1" dirty="0"/>
              <a:t>Create an API for Your Database in Seconds</a:t>
            </a:r>
            <a:endParaRPr lang="en-GB" dirty="0"/>
          </a:p>
        </p:txBody>
      </p:sp>
      <p:pic>
        <p:nvPicPr>
          <p:cNvPr id="2" name="Google Shape;70;p14" title="Tentacles.png">
            <a:extLst>
              <a:ext uri="{FF2B5EF4-FFF2-40B4-BE49-F238E27FC236}">
                <a16:creationId xmlns:a16="http://schemas.microsoft.com/office/drawing/2014/main" id="{1080E83B-07FF-BC83-703F-084068A6CC2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7765" y="3824371"/>
            <a:ext cx="2514600" cy="13191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1225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 rot="10800000" flipH="1">
            <a:off x="-9816" y="2428866"/>
            <a:ext cx="9163638" cy="2714634"/>
          </a:xfrm>
          <a:prstGeom prst="flowChartDocument">
            <a:avLst/>
          </a:prstGeom>
          <a:solidFill>
            <a:srgbClr val="DE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Wave.png"/>
          <p:cNvPicPr preferRelativeResize="0"/>
          <p:nvPr/>
        </p:nvPicPr>
        <p:blipFill rotWithShape="1">
          <a:blip r:embed="rId3">
            <a:alphaModFix/>
          </a:blip>
          <a:srcRect l="1896" r="1886" b="28947"/>
          <a:stretch/>
        </p:blipFill>
        <p:spPr>
          <a:xfrm>
            <a:off x="-3850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308600" y="1506410"/>
            <a:ext cx="765850" cy="2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bubbles 2.png"/>
          <p:cNvPicPr preferRelativeResize="0"/>
          <p:nvPr/>
        </p:nvPicPr>
        <p:blipFill rotWithShape="1">
          <a:blip r:embed="rId5">
            <a:alphaModFix/>
          </a:blip>
          <a:srcRect l="15139" t="58400" r="62500" b="19350"/>
          <a:stretch/>
        </p:blipFill>
        <p:spPr>
          <a:xfrm rot="742639">
            <a:off x="149255" y="3644868"/>
            <a:ext cx="578386" cy="67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bubbles 2.png"/>
          <p:cNvPicPr preferRelativeResize="0"/>
          <p:nvPr/>
        </p:nvPicPr>
        <p:blipFill rotWithShape="1">
          <a:blip r:embed="rId5">
            <a:alphaModFix/>
          </a:blip>
          <a:srcRect r="57354" b="65392"/>
          <a:stretch/>
        </p:blipFill>
        <p:spPr>
          <a:xfrm rot="-308349">
            <a:off x="19632" y="278240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4377" y="3364666"/>
            <a:ext cx="3406625" cy="17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Section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8240407" y="2165913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0958" y="3580350"/>
            <a:ext cx="2979741" cy="15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bubbles.png"/>
          <p:cNvPicPr preferRelativeResize="0"/>
          <p:nvPr/>
        </p:nvPicPr>
        <p:blipFill rotWithShape="1">
          <a:blip r:embed="rId5">
            <a:alphaModFix/>
          </a:blip>
          <a:srcRect l="40505" r="29998"/>
          <a:stretch/>
        </p:blipFill>
        <p:spPr>
          <a:xfrm>
            <a:off x="8489514" y="1887525"/>
            <a:ext cx="620274" cy="23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Octopu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76300">
            <a:off x="7587669" y="3744539"/>
            <a:ext cx="1341412" cy="134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78" y="3150931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8236582" y="2757825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19632" y="278240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Tentacles-ind.png"/>
          <p:cNvPicPr preferRelativeResize="0"/>
          <p:nvPr/>
        </p:nvPicPr>
        <p:blipFill rotWithShape="1">
          <a:blip r:embed="rId6">
            <a:alphaModFix/>
          </a:blip>
          <a:srcRect t="33403" r="87438" b="15771"/>
          <a:stretch/>
        </p:blipFill>
        <p:spPr>
          <a:xfrm rot="439130">
            <a:off x="-47716" y="4206609"/>
            <a:ext cx="968293" cy="12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Tentacles-ind.png"/>
          <p:cNvPicPr preferRelativeResize="0"/>
          <p:nvPr/>
        </p:nvPicPr>
        <p:blipFill rotWithShape="1">
          <a:blip r:embed="rId6">
            <a:alphaModFix/>
          </a:blip>
          <a:srcRect l="13130" t="-3230" r="72448" b="3230"/>
          <a:stretch/>
        </p:blipFill>
        <p:spPr>
          <a:xfrm rot="4506413">
            <a:off x="741578" y="4122181"/>
            <a:ext cx="742087" cy="1637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146807" y="970750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Tentacles-ind.png"/>
          <p:cNvPicPr preferRelativeResize="0"/>
          <p:nvPr/>
        </p:nvPicPr>
        <p:blipFill rotWithShape="1">
          <a:blip r:embed="rId5">
            <a:alphaModFix/>
          </a:blip>
          <a:srcRect l="49571" t="721" r="31537" b="445"/>
          <a:stretch/>
        </p:blipFill>
        <p:spPr>
          <a:xfrm rot="-2501693">
            <a:off x="7445555" y="3987141"/>
            <a:ext cx="971391" cy="161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bubbles 2.png"/>
          <p:cNvPicPr preferRelativeResize="0"/>
          <p:nvPr/>
        </p:nvPicPr>
        <p:blipFill rotWithShape="1">
          <a:blip r:embed="rId6">
            <a:alphaModFix/>
          </a:blip>
          <a:srcRect t="47355" r="57354"/>
          <a:stretch/>
        </p:blipFill>
        <p:spPr>
          <a:xfrm rot="-9252631">
            <a:off x="-55300" y="3280125"/>
            <a:ext cx="1103049" cy="16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Tentacles-ind.png"/>
          <p:cNvPicPr preferRelativeResize="0"/>
          <p:nvPr/>
        </p:nvPicPr>
        <p:blipFill rotWithShape="1">
          <a:blip r:embed="rId5">
            <a:alphaModFix/>
          </a:blip>
          <a:srcRect l="86032" t="15454" r="-185" b="646"/>
          <a:stretch/>
        </p:blipFill>
        <p:spPr>
          <a:xfrm rot="2272541">
            <a:off x="8016359" y="3980950"/>
            <a:ext cx="934982" cy="176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>
            <a:off x="75532" y="2692150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 title="Tentacles-ind.png"/>
          <p:cNvPicPr preferRelativeResize="0"/>
          <p:nvPr/>
        </p:nvPicPr>
        <p:blipFill rotWithShape="1">
          <a:blip r:embed="rId5">
            <a:alphaModFix/>
          </a:blip>
          <a:srcRect l="68941" t="1670" r="12167" b="-504"/>
          <a:stretch/>
        </p:blipFill>
        <p:spPr>
          <a:xfrm rot="477805">
            <a:off x="5342718" y="4076284"/>
            <a:ext cx="971396" cy="1617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bubbles 2.png"/>
          <p:cNvPicPr preferRelativeResize="0"/>
          <p:nvPr/>
        </p:nvPicPr>
        <p:blipFill rotWithShape="1">
          <a:blip r:embed="rId6">
            <a:alphaModFix/>
          </a:blip>
          <a:srcRect t="47355" r="57354"/>
          <a:stretch/>
        </p:blipFill>
        <p:spPr>
          <a:xfrm rot="-9252631">
            <a:off x="8025075" y="2661525"/>
            <a:ext cx="1103049" cy="16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Tentacles-ind.png"/>
          <p:cNvPicPr preferRelativeResize="0"/>
          <p:nvPr/>
        </p:nvPicPr>
        <p:blipFill rotWithShape="1">
          <a:blip r:embed="rId5">
            <a:alphaModFix/>
          </a:blip>
          <a:srcRect l="11379" t="4220" r="72849" b="-3054"/>
          <a:stretch/>
        </p:blipFill>
        <p:spPr>
          <a:xfrm rot="4189594">
            <a:off x="5772703" y="4106841"/>
            <a:ext cx="810940" cy="161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Tentacles-ind.png"/>
          <p:cNvPicPr preferRelativeResize="0"/>
          <p:nvPr/>
        </p:nvPicPr>
        <p:blipFill rotWithShape="1">
          <a:blip r:embed="rId5">
            <a:alphaModFix/>
          </a:blip>
          <a:srcRect l="-179" t="27751" r="87145" b="744"/>
          <a:stretch/>
        </p:blipFill>
        <p:spPr>
          <a:xfrm rot="-3698090">
            <a:off x="5007930" y="4475714"/>
            <a:ext cx="670174" cy="117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-954180" flipH="1">
            <a:off x="8260067" y="1823287"/>
            <a:ext cx="837889" cy="22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Tentacles-ind.png"/>
          <p:cNvPicPr preferRelativeResize="0"/>
          <p:nvPr/>
        </p:nvPicPr>
        <p:blipFill rotWithShape="1">
          <a:blip r:embed="rId5">
            <a:alphaModFix/>
          </a:blip>
          <a:srcRect l="13069" t="-385" r="70220" b="1552"/>
          <a:stretch/>
        </p:blipFill>
        <p:spPr>
          <a:xfrm rot="-4992229">
            <a:off x="8144571" y="4012444"/>
            <a:ext cx="859208" cy="161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title="bubbles 2.png"/>
          <p:cNvPicPr preferRelativeResize="0"/>
          <p:nvPr/>
        </p:nvPicPr>
        <p:blipFill rotWithShape="1">
          <a:blip r:embed="rId6">
            <a:alphaModFix/>
          </a:blip>
          <a:srcRect t="47355" r="57354"/>
          <a:stretch/>
        </p:blipFill>
        <p:spPr>
          <a:xfrm rot="1839941">
            <a:off x="-59600" y="3484000"/>
            <a:ext cx="1103049" cy="160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Tentacles-ind.png"/>
          <p:cNvPicPr preferRelativeResize="0"/>
          <p:nvPr/>
        </p:nvPicPr>
        <p:blipFill rotWithShape="1">
          <a:blip r:embed="rId5">
            <a:alphaModFix/>
          </a:blip>
          <a:srcRect l="86642" t="-3013" r="-800" b="2237"/>
          <a:stretch/>
        </p:blipFill>
        <p:spPr>
          <a:xfrm rot="-2277445" flipH="1">
            <a:off x="8526105" y="3368186"/>
            <a:ext cx="727972" cy="16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Tentacles-ind.png"/>
          <p:cNvPicPr preferRelativeResize="0"/>
          <p:nvPr/>
        </p:nvPicPr>
        <p:blipFill rotWithShape="1">
          <a:blip r:embed="rId5">
            <a:alphaModFix/>
          </a:blip>
          <a:srcRect l="29514" t="257" r="50007" b="909"/>
          <a:stretch/>
        </p:blipFill>
        <p:spPr>
          <a:xfrm rot="-2544924">
            <a:off x="8319055" y="3593832"/>
            <a:ext cx="1052965" cy="161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-300128" flipH="1">
            <a:off x="8134308" y="2606775"/>
            <a:ext cx="907418" cy="238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 title="bubbles 2.png"/>
          <p:cNvPicPr preferRelativeResize="0"/>
          <p:nvPr/>
        </p:nvPicPr>
        <p:blipFill rotWithShape="1">
          <a:blip r:embed="rId5">
            <a:alphaModFix/>
          </a:blip>
          <a:srcRect t="47355" r="57354"/>
          <a:stretch/>
        </p:blipFill>
        <p:spPr>
          <a:xfrm rot="-9252627">
            <a:off x="216531" y="2553922"/>
            <a:ext cx="992638" cy="144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Tentacles-ind.png"/>
          <p:cNvPicPr preferRelativeResize="0"/>
          <p:nvPr/>
        </p:nvPicPr>
        <p:blipFill rotWithShape="1">
          <a:blip r:embed="rId6">
            <a:alphaModFix/>
          </a:blip>
          <a:srcRect l="14411" t="-385" r="70221" b="1552"/>
          <a:stretch/>
        </p:blipFill>
        <p:spPr>
          <a:xfrm rot="754882">
            <a:off x="80254" y="3713151"/>
            <a:ext cx="790202" cy="161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Tentacles-ind.png"/>
          <p:cNvPicPr preferRelativeResize="0"/>
          <p:nvPr/>
        </p:nvPicPr>
        <p:blipFill rotWithShape="1">
          <a:blip r:embed="rId6">
            <a:alphaModFix/>
          </a:blip>
          <a:srcRect l="86642" t="-3013" r="-800" b="2237"/>
          <a:stretch/>
        </p:blipFill>
        <p:spPr>
          <a:xfrm rot="3469674" flipH="1">
            <a:off x="670980" y="4067354"/>
            <a:ext cx="727975" cy="16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Tentacles-ind.png"/>
          <p:cNvPicPr preferRelativeResize="0"/>
          <p:nvPr/>
        </p:nvPicPr>
        <p:blipFill rotWithShape="1">
          <a:blip r:embed="rId6">
            <a:alphaModFix/>
          </a:blip>
          <a:srcRect l="28611" t="257" r="50006" b="909"/>
          <a:stretch/>
        </p:blipFill>
        <p:spPr>
          <a:xfrm rot="3202202">
            <a:off x="267247" y="3999171"/>
            <a:ext cx="1099418" cy="161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2"/>
          <p:cNvGrpSpPr/>
          <p:nvPr/>
        </p:nvGrpSpPr>
        <p:grpSpPr>
          <a:xfrm>
            <a:off x="-3850" y="-100"/>
            <a:ext cx="4734609" cy="5143600"/>
            <a:chOff x="-3850" y="-100"/>
            <a:chExt cx="4734609" cy="5143600"/>
          </a:xfrm>
        </p:grpSpPr>
        <p:sp>
          <p:nvSpPr>
            <p:cNvPr id="144" name="Google Shape;144;p22"/>
            <p:cNvSpPr/>
            <p:nvPr/>
          </p:nvSpPr>
          <p:spPr>
            <a:xfrm>
              <a:off x="-3850" y="-100"/>
              <a:ext cx="2099400" cy="5143500"/>
            </a:xfrm>
            <a:prstGeom prst="rec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 rot="-5400000">
              <a:off x="801692" y="1214433"/>
              <a:ext cx="5143500" cy="2714634"/>
            </a:xfrm>
            <a:prstGeom prst="flowChartDocumen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" name="Google Shape;146;p22" title="Wave.png"/>
          <p:cNvPicPr preferRelativeResize="0"/>
          <p:nvPr/>
        </p:nvPicPr>
        <p:blipFill rotWithShape="1">
          <a:blip r:embed="rId3">
            <a:alphaModFix/>
          </a:blip>
          <a:srcRect l="1896" r="1886" b="41643"/>
          <a:stretch/>
        </p:blipFill>
        <p:spPr>
          <a:xfrm>
            <a:off x="-3837" y="3757275"/>
            <a:ext cx="9151677" cy="138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 title="bubbles 2.png"/>
          <p:cNvPicPr preferRelativeResize="0"/>
          <p:nvPr/>
        </p:nvPicPr>
        <p:blipFill rotWithShape="1">
          <a:blip r:embed="rId4">
            <a:alphaModFix/>
          </a:blip>
          <a:srcRect t="47355" r="57354"/>
          <a:stretch/>
        </p:blipFill>
        <p:spPr>
          <a:xfrm rot="2198316">
            <a:off x="8246606" y="2379297"/>
            <a:ext cx="992638" cy="144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229150" y="1000625"/>
            <a:ext cx="765850" cy="2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 title="Tentacles-ind.png"/>
          <p:cNvPicPr preferRelativeResize="0"/>
          <p:nvPr/>
        </p:nvPicPr>
        <p:blipFill rotWithShape="1">
          <a:blip r:embed="rId6">
            <a:alphaModFix/>
          </a:blip>
          <a:srcRect l="13069" t="-385" r="70220" b="1552"/>
          <a:stretch/>
        </p:blipFill>
        <p:spPr>
          <a:xfrm rot="3262027" flipH="1">
            <a:off x="469839" y="4077227"/>
            <a:ext cx="859206" cy="161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 title="Tentacles-ind.png"/>
          <p:cNvPicPr preferRelativeResize="0"/>
          <p:nvPr/>
        </p:nvPicPr>
        <p:blipFill rotWithShape="1">
          <a:blip r:embed="rId6">
            <a:alphaModFix/>
          </a:blip>
          <a:srcRect l="86642" t="-3013" r="-800" b="2237"/>
          <a:stretch/>
        </p:blipFill>
        <p:spPr>
          <a:xfrm rot="547276">
            <a:off x="-44339" y="3663256"/>
            <a:ext cx="727970" cy="1649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 title="Tentacles-ind.png"/>
          <p:cNvPicPr preferRelativeResize="0"/>
          <p:nvPr/>
        </p:nvPicPr>
        <p:blipFill rotWithShape="1">
          <a:blip r:embed="rId6">
            <a:alphaModFix/>
          </a:blip>
          <a:srcRect l="29514" t="257" r="50007" b="909"/>
          <a:stretch/>
        </p:blipFill>
        <p:spPr>
          <a:xfrm rot="814732" flipH="1">
            <a:off x="-66655" y="3841404"/>
            <a:ext cx="1052965" cy="1617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3"/>
          <p:cNvGrpSpPr/>
          <p:nvPr/>
        </p:nvGrpSpPr>
        <p:grpSpPr>
          <a:xfrm flipH="1">
            <a:off x="4413250" y="-50"/>
            <a:ext cx="4734609" cy="5143600"/>
            <a:chOff x="-3850" y="-100"/>
            <a:chExt cx="4734609" cy="5143600"/>
          </a:xfrm>
        </p:grpSpPr>
        <p:sp>
          <p:nvSpPr>
            <p:cNvPr id="157" name="Google Shape;157;p23"/>
            <p:cNvSpPr/>
            <p:nvPr/>
          </p:nvSpPr>
          <p:spPr>
            <a:xfrm>
              <a:off x="-3850" y="-100"/>
              <a:ext cx="2099400" cy="5143500"/>
            </a:xfrm>
            <a:prstGeom prst="rec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 rot="-5400000">
              <a:off x="801692" y="1214433"/>
              <a:ext cx="5143500" cy="2714634"/>
            </a:xfrm>
            <a:prstGeom prst="flowChartDocumen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" name="Google Shape;159;p23" title="Wave.png"/>
          <p:cNvPicPr preferRelativeResize="0"/>
          <p:nvPr/>
        </p:nvPicPr>
        <p:blipFill rotWithShape="1">
          <a:blip r:embed="rId3">
            <a:alphaModFix/>
          </a:blip>
          <a:srcRect l="1896" r="1886" b="41643"/>
          <a:stretch/>
        </p:blipFill>
        <p:spPr>
          <a:xfrm>
            <a:off x="-3837" y="3757275"/>
            <a:ext cx="9151677" cy="138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 title="bubbles 2.png"/>
          <p:cNvPicPr preferRelativeResize="0"/>
          <p:nvPr/>
        </p:nvPicPr>
        <p:blipFill rotWithShape="1">
          <a:blip r:embed="rId4">
            <a:alphaModFix/>
          </a:blip>
          <a:srcRect t="47355" r="57354"/>
          <a:stretch/>
        </p:blipFill>
        <p:spPr>
          <a:xfrm rot="2198316">
            <a:off x="-117244" y="1193772"/>
            <a:ext cx="992638" cy="144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139025" y="2889750"/>
            <a:ext cx="765850" cy="2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 title="Tentacles-ind.png"/>
          <p:cNvPicPr preferRelativeResize="0"/>
          <p:nvPr/>
        </p:nvPicPr>
        <p:blipFill rotWithShape="1">
          <a:blip r:embed="rId6">
            <a:alphaModFix/>
          </a:blip>
          <a:srcRect l="49571" t="721" r="31537" b="445"/>
          <a:stretch/>
        </p:blipFill>
        <p:spPr>
          <a:xfrm rot="-915490" flipH="1">
            <a:off x="8280345" y="3641788"/>
            <a:ext cx="971392" cy="161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3" title="Tentacles-ind.png"/>
          <p:cNvPicPr preferRelativeResize="0"/>
          <p:nvPr/>
        </p:nvPicPr>
        <p:blipFill rotWithShape="1">
          <a:blip r:embed="rId6">
            <a:alphaModFix/>
          </a:blip>
          <a:srcRect l="86032" t="15454" r="-185" b="646"/>
          <a:stretch/>
        </p:blipFill>
        <p:spPr>
          <a:xfrm rot="-3683979">
            <a:off x="8060416" y="3984507"/>
            <a:ext cx="934980" cy="176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On-screen Show (16:9)</PresentationFormat>
  <Paragraphs>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Data API Builder</vt:lpstr>
      <vt:lpstr>Section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Jess Pomfret</dc:creator>
  <cp:lastModifiedBy>Jess Pomfret</cp:lastModifiedBy>
  <cp:revision>2</cp:revision>
  <dcterms:modified xsi:type="dcterms:W3CDTF">2026-05-03T10:54:05Z</dcterms:modified>
</cp:coreProperties>
</file>